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ebde30b6cd4f9e" /><Relationship Type="http://schemas.openxmlformats.org/officeDocument/2006/relationships/extended-properties" Target="/docProps/app.xml" Id="R7d56799f4ad447a0" /><Relationship Type="http://schemas.openxmlformats.org/officeDocument/2006/relationships/officeDocument" Target="/ppt/presentation.xml" Id="R468535d18c83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ee5a038ba4dcc"/>
  </p:sldMasterIdLst>
  <p:notesMasterIdLst>
    <p:notesMasterId xmlns:r="http://schemas.openxmlformats.org/officeDocument/2006/relationships" r:id="R18f93c5aaec846b2"/>
  </p:notesMasterIdLst>
  <p:sldIdLst>
    <p:sldId xmlns:r="http://schemas.openxmlformats.org/officeDocument/2006/relationships" id="256" r:id="R82e7bcb1e41f4e90"/>
    <p:sldId xmlns:r="http://schemas.openxmlformats.org/officeDocument/2006/relationships" id="257" r:id="Ra690980c5ce2469d"/>
    <p:sldId xmlns:r="http://schemas.openxmlformats.org/officeDocument/2006/relationships" id="258" r:id="R53fdf19f77b941bf"/>
    <p:sldId xmlns:r="http://schemas.openxmlformats.org/officeDocument/2006/relationships" id="259" r:id="Rcb5120e4381a4138"/>
    <p:sldId xmlns:r="http://schemas.openxmlformats.org/officeDocument/2006/relationships" id="260" r:id="Rea578a37c89b4e90"/>
    <p:sldId xmlns:r="http://schemas.openxmlformats.org/officeDocument/2006/relationships" id="261" r:id="R62c68d85138b417e"/>
    <p:sldId xmlns:r="http://schemas.openxmlformats.org/officeDocument/2006/relationships" id="262" r:id="R0a556cce05664c3d"/>
    <p:sldId xmlns:r="http://schemas.openxmlformats.org/officeDocument/2006/relationships" id="263" r:id="R1dca1192f52a41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e26789534a4b2e" /><Relationship Type="http://schemas.openxmlformats.org/officeDocument/2006/relationships/slideMaster" Target="/ppt/slideMasters/slideMaster1.xml" Id="Rb42ee5a038ba4dcc" /><Relationship Type="http://schemas.openxmlformats.org/officeDocument/2006/relationships/notesMaster" Target="/ppt/notesMasters/notesMaster1.xml" Id="R18f93c5aaec846b2" /><Relationship Type="http://schemas.openxmlformats.org/officeDocument/2006/relationships/presProps" Target="/ppt/presProps.xml" Id="R8c30faefb63f4ed4" /><Relationship Type="http://schemas.openxmlformats.org/officeDocument/2006/relationships/tableStyles" Target="/ppt/tableStyles.xml" Id="R3b7bb48700894cdf" /><Relationship Type="http://schemas.openxmlformats.org/officeDocument/2006/relationships/slide" Target="/ppt/slides/slide1.xml" Id="R82e7bcb1e41f4e90" /><Relationship Type="http://schemas.openxmlformats.org/officeDocument/2006/relationships/slide" Target="/ppt/slides/slide2.xml" Id="Ra690980c5ce2469d" /><Relationship Type="http://schemas.openxmlformats.org/officeDocument/2006/relationships/slide" Target="/ppt/slides/slide3.xml" Id="R53fdf19f77b941bf" /><Relationship Type="http://schemas.openxmlformats.org/officeDocument/2006/relationships/slide" Target="/ppt/slides/slide4.xml" Id="Rcb5120e4381a4138" /><Relationship Type="http://schemas.openxmlformats.org/officeDocument/2006/relationships/slide" Target="/ppt/slides/slide5.xml" Id="Rea578a37c89b4e90" /><Relationship Type="http://schemas.openxmlformats.org/officeDocument/2006/relationships/slide" Target="/ppt/slides/slide6.xml" Id="R62c68d85138b417e" /><Relationship Type="http://schemas.openxmlformats.org/officeDocument/2006/relationships/slide" Target="/ppt/slides/slide7.xml" Id="R0a556cce05664c3d" /><Relationship Type="http://schemas.openxmlformats.org/officeDocument/2006/relationships/slide" Target="/ppt/slides/slide8.xml" Id="R1dca1192f52a41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aa031239543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f689ac04f4508" /><Relationship Type="http://schemas.openxmlformats.org/officeDocument/2006/relationships/notesMaster" Target="/ppt/notesMasters/notesMaster1.xml" Id="R12ed762649aa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f1b73cd7b4f44" /><Relationship Type="http://schemas.openxmlformats.org/officeDocument/2006/relationships/notesMaster" Target="/ppt/notesMasters/notesMaster1.xml" Id="Rb5f24898048b49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070199fd64f64" /><Relationship Type="http://schemas.openxmlformats.org/officeDocument/2006/relationships/notesMaster" Target="/ppt/notesMasters/notesMaster1.xml" Id="R209393fc21f743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02629f6f1d4f3d" /><Relationship Type="http://schemas.openxmlformats.org/officeDocument/2006/relationships/notesMaster" Target="/ppt/notesMasters/notesMaster1.xml" Id="Rcc03c6b3d85b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c8781ceccb43ba" /><Relationship Type="http://schemas.openxmlformats.org/officeDocument/2006/relationships/notesMaster" Target="/ppt/notesMasters/notesMaster1.xml" Id="R3b552c8b2cf1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9f3c65e89410c" /><Relationship Type="http://schemas.openxmlformats.org/officeDocument/2006/relationships/notesMaster" Target="/ppt/notesMasters/notesMaster1.xml" Id="R37ac807c2ad54f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d96db6df484f5b" /><Relationship Type="http://schemas.openxmlformats.org/officeDocument/2006/relationships/notesMaster" Target="/ppt/notesMasters/notesMaster1.xml" Id="R89428c91f66e49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bfbb27c70e43d1" /><Relationship Type="http://schemas.openxmlformats.org/officeDocument/2006/relationships/notesMaster" Target="/ppt/notesMasters/notesMaster1.xml" Id="R4d7e2ced930f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97e755bac4e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0084b5aba49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a36444f6c46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649d19cb8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4d68bfa1744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a4b54b8b344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69DBE3-7C66-4C9B-B6C8-2A4ADC468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925DCB-CBC3-4424-AE2C-8DB492BA82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40C895-9DD3-4B71-A8F0-BCC4EE589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90FF2D-D407-4B63-A060-5BDCAFB82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56A099-3061-42BC-A3E3-EECFD39C15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E1FDBA-71A5-418E-B0A1-7EC3CB1F9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30981F-1672-40F9-A45B-08A7FF8084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FC5F3-C504-4B3E-9041-FC84D5E51E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A3DF3B-C950-40C4-BE9E-B80496259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6A793-4DEC-4BFB-BFC2-50F304AF6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e205cb5a8408f" /><Relationship Type="http://schemas.openxmlformats.org/officeDocument/2006/relationships/slideLayout" Target="/ppt/slideLayouts/slideLayout1.xml" Id="Rd7a3b5debf35480d" /><Relationship Type="http://schemas.openxmlformats.org/officeDocument/2006/relationships/slideLayout" Target="/ppt/slideLayouts/slideLayout2.xml" Id="R0e72729d5eda45af" /><Relationship Type="http://schemas.openxmlformats.org/officeDocument/2006/relationships/slideLayout" Target="/ppt/slideLayouts/slideLayout3.xml" Id="R75c83e802235453b" /><Relationship Type="http://schemas.openxmlformats.org/officeDocument/2006/relationships/slideLayout" Target="/ppt/slideLayouts/slideLayout4.xml" Id="R0062d2230f354587" /><Relationship Type="http://schemas.openxmlformats.org/officeDocument/2006/relationships/slideLayout" Target="/ppt/slideLayouts/slideLayout5.xml" Id="R171bc40afb494c28" /><Relationship Type="http://schemas.openxmlformats.org/officeDocument/2006/relationships/slideLayout" Target="/ppt/slideLayouts/slideLayout6.xml" Id="Rdf62c0de0dd34b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a3b5debf35480d"/>
    <p:sldLayoutId xmlns:r="http://schemas.openxmlformats.org/officeDocument/2006/relationships" id="2147483650" r:id="R0e72729d5eda45af"/>
    <p:sldLayoutId xmlns:r="http://schemas.openxmlformats.org/officeDocument/2006/relationships" id="2147483651" r:id="R75c83e802235453b"/>
    <p:sldLayoutId xmlns:r="http://schemas.openxmlformats.org/officeDocument/2006/relationships" id="2147483652" r:id="R0062d2230f354587"/>
    <p:sldLayoutId xmlns:r="http://schemas.openxmlformats.org/officeDocument/2006/relationships" id="2147483653" r:id="R171bc40afb494c28"/>
    <p:sldLayoutId xmlns:r="http://schemas.openxmlformats.org/officeDocument/2006/relationships" id="2147483654" r:id="Rdf62c0de0dd34b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46c27951f48bc" /><Relationship Type="http://schemas.openxmlformats.org/officeDocument/2006/relationships/notesSlide" Target="/ppt/notesSlides/notesSlide1.xml" Id="Rfcbe710498cb4c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2bed580334714" /><Relationship Type="http://schemas.openxmlformats.org/officeDocument/2006/relationships/notesSlide" Target="/ppt/notesSlides/notesSlide2.xml" Id="R93076a2407f0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18925488c4452" /><Relationship Type="http://schemas.openxmlformats.org/officeDocument/2006/relationships/notesSlide" Target="/ppt/notesSlides/notesSlide3.xml" Id="Rf02a7ea69995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a569efb8e4f65" /><Relationship Type="http://schemas.openxmlformats.org/officeDocument/2006/relationships/notesSlide" Target="/ppt/notesSlides/notesSlide4.xml" Id="Racd5f28f3b95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15335d53f43e2" /><Relationship Type="http://schemas.openxmlformats.org/officeDocument/2006/relationships/notesSlide" Target="/ppt/notesSlides/notesSlide5.xml" Id="R23a5732e00c3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da65a77944da3" /><Relationship Type="http://schemas.openxmlformats.org/officeDocument/2006/relationships/notesSlide" Target="/ppt/notesSlides/notesSlide6.xml" Id="R60449da5e61d4a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d527692bf4036" /><Relationship Type="http://schemas.openxmlformats.org/officeDocument/2006/relationships/chart" Target="/ppt/slides/charts/chart1.xml" Id="Re604698cd3a44aee" /><Relationship Type="http://schemas.openxmlformats.org/officeDocument/2006/relationships/chart" Target="/ppt/slides/charts/chart2.xml" Id="R3f9e08208f8f40e5" /><Relationship Type="http://schemas.openxmlformats.org/officeDocument/2006/relationships/notesSlide" Target="/ppt/notesSlides/notesSlide7.xml" Id="R4fd2a6f714d648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cc6d9817f4050" /><Relationship Type="http://schemas.openxmlformats.org/officeDocument/2006/relationships/notesSlide" Target="/ppt/notesSlides/notesSlide8.xml" Id="R1e2b3c54b73648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Naive pairs</c:v>
          </c:tx>
          <c:spPr>
            <a:solidFill xmlns:a="http://schemas.openxmlformats.org/drawingml/2006/main">
              <a:srgbClr val="18384A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23</c:v>
                </c:pt>
                <c:pt idx="3">
                  <c:v>96</c:v>
                </c:pt>
                <c:pt idx="4">
                  <c:v>356</c:v>
                </c:pt>
              </c:numCache>
            </c:numRef>
          </c:val>
        </c:ser>
        <c:ser>
          <c:idx val="1"/>
          <c:order val="1"/>
          <c:tx>
            <c:v>Indexed by N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15</c:v>
                </c:pt>
                <c:pt idx="4">
                  <c:v>21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Public keys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Recovery microseconds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255</c:v>
                </c:pt>
                <c:pt idx="1">
                  <c:v>511</c:v>
                </c:pt>
                <c:pt idx="2">
                  <c:v>768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Modulus bits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1AFD6-5596-4CC5-82E2-A22C0345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43694-984E-4853-B13A-E2AB6F60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/ WEAK 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C211-AE68-4315-8B1F-189A4164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4C395-9773-412A-9F38-67A38340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0531B-9283-4EF5-8D95-7B0C788E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2797D-6A5E-44D2-9683-D36A4CE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33778-E044-4F44-9804-1C15F73D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2A540-DAF7-4067-B48D-DAF7D6F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SC6104 CRYPTOGRAPHY COURSE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B7C86-2A9A-41DF-AF78-0CAFD2D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Breaking</a:t>
            </a:r>
          </a:p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Weak RSA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5153A-F7B5-4F80-BE03-21286B12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controlled attacks show why large moduli cannot compensate for faulty key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88F7D-5A3C-4423-B6FA-B7307F93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2880D-F1D7-4106-956E-546840E0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82918-C532-4E97-A9F0-0769DC9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64C49-F836-47CA-B2AC-3AB7C24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Small d: Wiener attack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446A-950A-423B-9659-5EB2321C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FDF82-204F-472B-BF18-588C9340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8-minute presentation with live local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09BC4-C0C0-4A12-9BFB-A3E8B29A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ZHANG LIXIANG  ·  PAI LINGWEI</a:t>
            </a:r>
          </a:p>
        </p:txBody>
      </p:sp>
    </p:spTree>
    <p:extLst>
      <p:ext uri="{BB962C8B-B14F-4D97-AF65-F5344CB8AC3E}">
        <p14:creationId xmlns:p14="http://schemas.microsoft.com/office/powerpoint/2010/main" val="12845331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BFE17-529A-47B0-9127-ADFCBA98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DC8AF-F83C-485B-B95B-E550A762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THREAT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6BABE-9E0D-4596-99DD-C1878249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E58C2-8DB6-4551-8607-564E478D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817F4-67CC-40F1-BC1C-55069C0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61F31-C7A3-4F1F-97BE-6E375FB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0968A-E179-41CF-8F28-04349C9F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79119-65A1-4AED-90F6-1C6B117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Threat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97710-C64A-4216-9CCB-C4A694D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attacker receives public keys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B650A-1D83-47FB-B117-44DF0D48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C6054-97C4-4442-978E-E59144D2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Known to attacker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53CA-1256-44D4-B7B5-2FAF5EC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public keys (N, e1), (N, e2) and two ciphertexts for one message.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9326-4E35-41F0-943C-5B80080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91DD1-3A52-4748-BF66-2C258FE2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Not attempted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3DE1D-9B56-4019-A6FB-4AA95EDF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No generic factorization of a correctly generated 2048-bit RSA modulus.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4CC7E-0DAB-43A5-836D-0994785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24547-2FD0-4130-8E4A-20E33DE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44A79-6E16-446E-81E3-4E6F347E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Recover the message when an implementation reuses N incorrectly.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475BC-C75E-4FE6-9D2E-EB4F910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B64AB-13EC-4CDC-AD46-47F9B392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1940C-019E-48D8-8A58-EDFC442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(N, e₁), (N, e₂)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26BF9-0034-4E27-829C-DB1DCA3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N</a:t>
            </a:r>
          </a:p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message</a:t>
            </a:r>
          </a:p>
        </p:txBody>
      </p:sp>
    </p:spTree>
    <p:extLst>
      <p:ext uri="{BB962C8B-B14F-4D97-AF65-F5344CB8AC3E}">
        <p14:creationId xmlns:p14="http://schemas.microsoft.com/office/powerpoint/2010/main" val="982435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B6E6B-490B-4411-B17F-74C62E9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31933-8257-4A55-92EC-DAFBDCD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1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ACDC-8186-4B4C-A20A-20C459A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539C9-CACA-4624-8CAB-3C744587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555DA-3832-4DCC-A1E8-573C2D3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4E02E-058F-4AAE-AE65-B297D3A3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32BB7-1894-42D7-9A32-A233B41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5B33C-2803-4D22-A79C-99AED59E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4B9E4-CA93-47FF-B9AF-5F2DAE2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Reusing one RSA modulus for the same message leaks that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CF85B-9530-4E92-9671-D1E041C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E5C03-5786-4E04-8CB8-B54E5EBC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6E2F2-FB34-4DCD-ACB2-8AC7CC7A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c₁ = m^e₁ mod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90FD4-9FA6-4865-8F7A-38570CD3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c₂ = m^e₂ mod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25B43-106C-444A-8485-24D37DE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same N, same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EB541-13F6-4F85-AC9A-4601CE2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gcd(e₁, e₂) =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A4639-CBBB-4F8E-A9B2-27CE4426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356C0-5D3F-4630-A2EB-847E6052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Then c₁ᵃ · c₂ᵇ = m mod N</a:t>
            </a:r>
          </a:p>
        </p:txBody>
      </p:sp>
    </p:spTree>
    <p:extLst>
      <p:ext uri="{BB962C8B-B14F-4D97-AF65-F5344CB8AC3E}">
        <p14:creationId xmlns:p14="http://schemas.microsoft.com/office/powerpoint/2010/main" val="1274001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ED8D4-7E21-4AF5-80BE-CD3C8AD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E9127-7CC9-45C6-9D9D-83FD813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9A39-7CD0-4496-AB2B-C6ACCF9A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B141-229C-4C99-A0F3-10BD4E3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43EC4-0090-44DF-860E-12B649D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7A1E1-EFF1-4771-A1E7-12872DD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1B43C-A5D7-4F20-8D87-1F2D491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B02C8-1BB8-40BC-9F3F-02FD8AF7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Live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F83B9-13E4-4FC6-B1B3-454ED151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 program sees only public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F0C9D-ED5B-456B-9B36-6FEFD15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8A1ED-4CE1-4FD5-81DB-D327795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1. Generate four 2048-bit public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E715B-B0B1-4261-A51F-F38CA7B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F895B-73DA-41C9-BA38-AF128524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2. Reuse one N with coprime e₁ and e₂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15983-9F30-49B5-991A-82B06D7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78CD-9A13-40D3-96BF-9A231A41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3. Index the collection by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62AD1-4725-4FC1-97B2-27BE5B0F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AA2ED-B8FF-4EEE-BBB7-D329B79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4. Use Extended Euclid to recover the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D7378-B63A-42A6-8B66-607B92D1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62175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8ADDB-4E30-4B68-85C1-F36B7F8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TERMINAL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3B8B8-073C-4B15-8DBB-1D7F196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indexed scan found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1 same-N 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Recovered plaintext: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Never reuse an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RSA modulus</a:t>
            </a:r>
          </a:p>
        </p:txBody>
      </p:sp>
    </p:spTree>
    <p:extLst>
      <p:ext uri="{BB962C8B-B14F-4D97-AF65-F5344CB8AC3E}">
        <p14:creationId xmlns:p14="http://schemas.microsoft.com/office/powerpoint/2010/main" val="15523705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EB295-BA18-452F-A153-7808894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265A1-9A8A-435F-9F6E-97C5D02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2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6A885-E20C-4BB2-BFBD-A4E8488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86C86-B619-4085-9F62-3F3FCC5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E5CA3-7E3B-45B0-8242-39FF3E27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3540F-2BAE-4676-8FB2-859B1A4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FA310-78B4-437F-BF23-50C93455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618AB-E4BA-4572-8143-435A5293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Wiener's small-d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B1982-AAA7-4259-A057-337D79C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private exponent chosen too small creates a continued-fraction shortcut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CDED1-1959-4FBF-B06C-AE6EBA44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e × d − k × φ(N)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77E29-7ED9-4827-A6A5-E43D8D54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When d is small, k / d approximates e /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5F3C4-9B0A-45CB-8430-8A97E75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continued fractions produce candidate values for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0DB19-3BB2-496A-BA64-AA8FCA19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DE01D-73E1-4DBF-8D12-20FB077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CLASSICAL SUFFICIENT</a:t>
            </a:r>
          </a:p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VULNERABILITY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D27C9-6EFD-40E6-A931-99D64FD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05F6-C187-4602-94FC-8110A7BF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We verify candidates by reconstructing p and q</a:t>
            </a:r>
          </a:p>
        </p:txBody>
      </p:sp>
    </p:spTree>
    <p:extLst>
      <p:ext uri="{BB962C8B-B14F-4D97-AF65-F5344CB8AC3E}">
        <p14:creationId xmlns:p14="http://schemas.microsoft.com/office/powerpoint/2010/main" val="584097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6FB1B-7EB4-45C8-B970-B429A7F8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FF9FB-2C40-4148-97D5-AB9D2488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423BB-B463-43F8-9BB5-A07ABE34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CE3BB-6D90-404E-9CEA-0852133B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6C70B-F71C-4BB5-8BD9-6B174A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C5962-2B80-4ED7-AB12-0BD4A4E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53EA7-11F1-4E94-9289-52B536D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C648D-1C22-40E9-BCD2-7CE51FAC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Second live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A192A-C827-45C1-8409-03062E3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2048-bit modulus still fails when d is intentionally 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58E0E-BF85-4AD4-8916-808E6D5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DE324-1008-4CF9-A26B-F964D78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AFC5C-9828-4851-8AA0-423622E9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35442-DFDC-405C-82F1-D0A546A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CB304-317E-4539-949A-1DF487ED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N, 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89456-7A04-4465-823D-9A65A5AE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CONVERGENTS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4F7BB-DE1B-45F4-A81F-C12048C4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k /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3D124-B473-4D40-BEDE-3E729C4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RECOVERED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17A73-DB24-4680-9B7A-56509EF2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d, p, 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44F82-D617-4E3D-BBEC-39B25A60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demo verifies the recovered d by decrypting a second message</a:t>
            </a:r>
          </a:p>
        </p:txBody>
      </p:sp>
    </p:spTree>
    <p:extLst>
      <p:ext uri="{BB962C8B-B14F-4D97-AF65-F5344CB8AC3E}">
        <p14:creationId xmlns:p14="http://schemas.microsoft.com/office/powerpoint/2010/main" val="733124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1032B-C0AE-46D6-A1F9-AEE608F3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599AE-8699-4B14-AE22-9898C2A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4221-76E1-4C81-B535-3749B53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68E6-1D77-4413-AA09-C7556786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8A2B5-8403-4210-AAEA-17F222E5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6E56A-10E9-4EE5-91A6-3BB0BBC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8816F-FD37-4FE4-95F0-408C5BE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451FC-A5AA-481D-A9E2-F2D016C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Measured controlled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0F363-3C8F-405C-BADE-B133D3F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Timings regenerate each run on locally generated vulnerable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34CB1-968F-40F5-91FE-D4D78A1C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Same-N collection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4EBC1-F613-4841-9F8E-AED94F4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Wiener recovery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DD702CB3-653B-441B-99F8-9A93CC9C7068}"/>
              </a:ext>
            </a:extLst>
          </p:cNvPr>
          <p:cNvGraphicFramePr/>
          <p:nvPr/>
        </p:nvGraphicFramePr>
        <p:xfrm>
          <a:off xmlns:a="http://schemas.openxmlformats.org/drawingml/2006/main" x="714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04698cd3a44aee"/>
          </a:graphicData>
        </a:graphic>
      </p:graphicFrame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2C6E169E-2F70-4A52-BAD2-175E76FF9C6D}"/>
              </a:ext>
            </a:extLst>
          </p:cNvPr>
          <p:cNvGraphicFramePr/>
          <p:nvPr/>
        </p:nvGraphicFramePr>
        <p:xfrm>
          <a:off xmlns:a="http://schemas.openxmlformats.org/drawingml/2006/main" x="6429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9e08208f8f40e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2A4E1-8DF7-444C-BDFB-0B1559C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A8D"/>
                </a:solidFill>
                <a:latin typeface="Arial"/>
                <a:ea typeface="Arial"/>
                <a:cs typeface="Arial"/>
              </a:rPr>
              <a:t>Results are workload-dependent. The security conclusion comes from the successful key recovery, not a universal runtime claim.</a:t>
            </a:r>
          </a:p>
        </p:txBody>
      </p:sp>
    </p:spTree>
    <p:extLst>
      <p:ext uri="{BB962C8B-B14F-4D97-AF65-F5344CB8AC3E}">
        <p14:creationId xmlns:p14="http://schemas.microsoft.com/office/powerpoint/2010/main" val="207189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E10FF-5A66-4345-BA80-33274E7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E7310-7981-48C3-90E5-A368AD7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0F52D-3C8F-4037-9148-923C4A4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D7E67-D0BE-49F7-9CB2-6A1C560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5CBCD-07E2-4EDE-AF64-81F4A0F4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49A8A-BE22-4448-AC53-8259BD43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D7FE4-2199-491F-9509-4C4C5C92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9C3E6-FEB7-4364-9BE2-C9CCEB23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Large RSA keys still need correct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08830-6781-472C-968D-81503A9D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2680C-DAE6-43AA-B382-F19ECDB2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Use reviewed libraries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B59FF-4F62-4D11-B1DA-056539E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Avoid custom key-generation code in production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84CC9-F3E2-4E1D-B6B4-45173247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9349-51A5-4F0C-BD5C-B986B173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Never reuse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C7582-1AD5-4402-8488-AAA2480E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Each RSA key pair needs its own independently generated modulus.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8E368-23A5-4513-AD26-3429EAE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CA664-2B31-4497-9592-2D4D2DFA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Avoid manual d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89336-4CB8-4D7A-AE63-D91F964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RSA parameters require validated mathematical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930D7-6C92-46A1-8E94-EA4C0F6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Key length protects against generic factoring. It cannot repair modulus reuse or unsafe parameters.</a:t>
            </a:r>
          </a:p>
        </p:txBody>
      </p:sp>
    </p:spTree>
    <p:extLst>
      <p:ext uri="{BB962C8B-B14F-4D97-AF65-F5344CB8AC3E}">
        <p14:creationId xmlns:p14="http://schemas.microsoft.com/office/powerpoint/2010/main" val="1644343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2026-10-18T18:16:47.9260000Z</dcterms:created>
  <dcterms:modified xsi:type="dcterms:W3CDTF">2026-10-18T18:16:47.9260000Z</dcterms:modified>
</coreProperties>
</file>